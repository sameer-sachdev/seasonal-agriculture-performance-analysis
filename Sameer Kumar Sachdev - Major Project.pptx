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7" r:id="rId11"/>
    <p:sldId id="348" r:id="rId12"/>
    <p:sldId id="349" r:id="rId13"/>
    <p:sldId id="35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er Kumar Sachdev" userId="c8c1c65ef86ad858" providerId="LiveId" clId="{FF4762A8-6834-45E4-8476-710CF3039701}"/>
    <pc:docChg chg="undo custSel addSld delSld modSld sldOrd">
      <pc:chgData name="Sameer Kumar Sachdev" userId="c8c1c65ef86ad858" providerId="LiveId" clId="{FF4762A8-6834-45E4-8476-710CF3039701}" dt="2026-09-09T13:10:28.850" v="2326" actId="1076"/>
      <pc:docMkLst>
        <pc:docMk/>
      </pc:docMkLst>
      <pc:sldChg chg="modSp mod modAnim">
        <pc:chgData name="Sameer Kumar Sachdev" userId="c8c1c65ef86ad858" providerId="LiveId" clId="{FF4762A8-6834-45E4-8476-710CF3039701}" dt="2026-09-08T13:40:50.557" v="2133" actId="1076"/>
        <pc:sldMkLst>
          <pc:docMk/>
          <pc:sldMk cId="1341901065" sldId="302"/>
        </pc:sldMkLst>
        <pc:spChg chg="mod">
          <ac:chgData name="Sameer Kumar Sachdev" userId="c8c1c65ef86ad858" providerId="LiveId" clId="{FF4762A8-6834-45E4-8476-710CF3039701}" dt="2026-09-08T13:40:50.557" v="2133" actId="1076"/>
          <ac:spMkLst>
            <pc:docMk/>
            <pc:sldMk cId="1341901065" sldId="302"/>
            <ac:spMk id="7" creationId="{B21C28F5-3CA3-4B78-B5C9-550C00BB3174}"/>
          </ac:spMkLst>
        </pc:spChg>
      </pc:sldChg>
      <pc:sldChg chg="delSp mod">
        <pc:chgData name="Sameer Kumar Sachdev" userId="c8c1c65ef86ad858" providerId="LiveId" clId="{FF4762A8-6834-45E4-8476-710CF3039701}" dt="2026-09-08T14:07:43.842" v="2300" actId="478"/>
        <pc:sldMkLst>
          <pc:docMk/>
          <pc:sldMk cId="3401748718" sldId="304"/>
        </pc:sldMkLst>
        <pc:spChg chg="del">
          <ac:chgData name="Sameer Kumar Sachdev" userId="c8c1c65ef86ad858" providerId="LiveId" clId="{FF4762A8-6834-45E4-8476-710CF3039701}" dt="2026-09-08T14:07:43.842" v="2300" actId="478"/>
          <ac:spMkLst>
            <pc:docMk/>
            <pc:sldMk cId="3401748718" sldId="304"/>
            <ac:spMk id="12" creationId="{BC277FD7-925B-4C3D-A364-118403201507}"/>
          </ac:spMkLst>
        </pc:spChg>
      </pc:sldChg>
      <pc:sldChg chg="modSp mod">
        <pc:chgData name="Sameer Kumar Sachdev" userId="c8c1c65ef86ad858" providerId="LiveId" clId="{FF4762A8-6834-45E4-8476-710CF3039701}" dt="2026-09-08T14:07:31.693" v="2299" actId="1076"/>
        <pc:sldMkLst>
          <pc:docMk/>
          <pc:sldMk cId="3696770303" sldId="315"/>
        </pc:sldMkLst>
        <pc:spChg chg="mod">
          <ac:chgData name="Sameer Kumar Sachdev" userId="c8c1c65ef86ad858" providerId="LiveId" clId="{FF4762A8-6834-45E4-8476-710CF3039701}" dt="2026-09-08T14:07:31.693" v="2299" actId="1076"/>
          <ac:spMkLst>
            <pc:docMk/>
            <pc:sldMk cId="3696770303" sldId="315"/>
            <ac:spMk id="3" creationId="{EBF2FBC7-3552-4F01-BB27-8BEEE74F7277}"/>
          </ac:spMkLst>
        </pc:spChg>
      </pc:sldChg>
      <pc:sldChg chg="addSp delSp modSp mod">
        <pc:chgData name="Sameer Kumar Sachdev" userId="c8c1c65ef86ad858" providerId="LiveId" clId="{FF4762A8-6834-45E4-8476-710CF3039701}" dt="2026-09-08T13:40:25.087" v="2132" actId="20577"/>
        <pc:sldMkLst>
          <pc:docMk/>
          <pc:sldMk cId="3098548442" sldId="327"/>
        </pc:sldMkLst>
        <pc:spChg chg="mod">
          <ac:chgData name="Sameer Kumar Sachdev" userId="c8c1c65ef86ad858" providerId="LiveId" clId="{FF4762A8-6834-45E4-8476-710CF3039701}" dt="2026-09-08T13:40:25.087" v="2132" actId="20577"/>
          <ac:spMkLst>
            <pc:docMk/>
            <pc:sldMk cId="3098548442" sldId="327"/>
            <ac:spMk id="2" creationId="{E46E4DD1-270B-4C80-AFF0-EB26F132AF36}"/>
          </ac:spMkLst>
        </pc:spChg>
        <pc:spChg chg="add del mod">
          <ac:chgData name="Sameer Kumar Sachdev" userId="c8c1c65ef86ad858" providerId="LiveId" clId="{FF4762A8-6834-45E4-8476-710CF3039701}" dt="2026-09-08T10:23:57.565" v="181"/>
          <ac:spMkLst>
            <pc:docMk/>
            <pc:sldMk cId="3098548442" sldId="327"/>
            <ac:spMk id="3" creationId="{78D53506-5C32-BC8C-104E-63710974711F}"/>
          </ac:spMkLst>
        </pc:spChg>
      </pc:sldChg>
      <pc:sldChg chg="modSp mod modAnim">
        <pc:chgData name="Sameer Kumar Sachdev" userId="c8c1c65ef86ad858" providerId="LiveId" clId="{FF4762A8-6834-45E4-8476-710CF3039701}" dt="2026-09-08T10:42:59.980" v="1510" actId="313"/>
        <pc:sldMkLst>
          <pc:docMk/>
          <pc:sldMk cId="48075006" sldId="329"/>
        </pc:sldMkLst>
        <pc:spChg chg="mod">
          <ac:chgData name="Sameer Kumar Sachdev" userId="c8c1c65ef86ad858" providerId="LiveId" clId="{FF4762A8-6834-45E4-8476-710CF3039701}" dt="2026-09-08T10:42:59.980" v="1510" actId="313"/>
          <ac:spMkLst>
            <pc:docMk/>
            <pc:sldMk cId="48075006" sldId="329"/>
            <ac:spMk id="2" creationId="{664E3B60-2780-459A-8583-F095D5E7463A}"/>
          </ac:spMkLst>
        </pc:spChg>
      </pc:sldChg>
      <pc:sldChg chg="modSp mod">
        <pc:chgData name="Sameer Kumar Sachdev" userId="c8c1c65ef86ad858" providerId="LiveId" clId="{FF4762A8-6834-45E4-8476-710CF3039701}" dt="2026-09-08T10:21:35.094" v="176" actId="1076"/>
        <pc:sldMkLst>
          <pc:docMk/>
          <pc:sldMk cId="1604013440" sldId="338"/>
        </pc:sldMkLst>
        <pc:spChg chg="mod">
          <ac:chgData name="Sameer Kumar Sachdev" userId="c8c1c65ef86ad858" providerId="LiveId" clId="{FF4762A8-6834-45E4-8476-710CF3039701}" dt="2026-09-08T10:21:17.331" v="174" actId="20577"/>
          <ac:spMkLst>
            <pc:docMk/>
            <pc:sldMk cId="1604013440" sldId="338"/>
            <ac:spMk id="2" creationId="{7201737A-B873-4D1D-8A41-5ABF5184BC8F}"/>
          </ac:spMkLst>
        </pc:spChg>
        <pc:spChg chg="mod">
          <ac:chgData name="Sameer Kumar Sachdev" userId="c8c1c65ef86ad858" providerId="LiveId" clId="{FF4762A8-6834-45E4-8476-710CF3039701}" dt="2026-09-08T10:21:10.924" v="171" actId="14100"/>
          <ac:spMkLst>
            <pc:docMk/>
            <pc:sldMk cId="1604013440" sldId="338"/>
            <ac:spMk id="3" creationId="{17F04107-8754-E47D-3375-529E689711FA}"/>
          </ac:spMkLst>
        </pc:spChg>
        <pc:spChg chg="mod">
          <ac:chgData name="Sameer Kumar Sachdev" userId="c8c1c65ef86ad858" providerId="LiveId" clId="{FF4762A8-6834-45E4-8476-710CF3039701}" dt="2026-09-08T10:21:35.094" v="176" actId="1076"/>
          <ac:spMkLst>
            <pc:docMk/>
            <pc:sldMk cId="1604013440" sldId="338"/>
            <ac:spMk id="4" creationId="{92056599-CDAA-4367-BEF8-31D6E32518C8}"/>
          </ac:spMkLst>
        </pc:spChg>
      </pc:sldChg>
      <pc:sldChg chg="addSp delSp modSp mod delAnim modAnim">
        <pc:chgData name="Sameer Kumar Sachdev" userId="c8c1c65ef86ad858" providerId="LiveId" clId="{FF4762A8-6834-45E4-8476-710CF3039701}" dt="2026-09-08T13:57:57.289" v="2258" actId="403"/>
        <pc:sldMkLst>
          <pc:docMk/>
          <pc:sldMk cId="1086225493" sldId="339"/>
        </pc:sldMkLst>
        <pc:spChg chg="add del mod">
          <ac:chgData name="Sameer Kumar Sachdev" userId="c8c1c65ef86ad858" providerId="LiveId" clId="{FF4762A8-6834-45E4-8476-710CF3039701}" dt="2026-09-08T13:45:53.878" v="2195" actId="478"/>
          <ac:spMkLst>
            <pc:docMk/>
            <pc:sldMk cId="1086225493" sldId="339"/>
            <ac:spMk id="2" creationId="{AF0701E2-59A4-362E-3E82-0A4E7521E6F7}"/>
          </ac:spMkLst>
        </pc:spChg>
        <pc:spChg chg="add del mod">
          <ac:chgData name="Sameer Kumar Sachdev" userId="c8c1c65ef86ad858" providerId="LiveId" clId="{FF4762A8-6834-45E4-8476-710CF3039701}" dt="2026-09-08T13:45:47.770" v="2193" actId="478"/>
          <ac:spMkLst>
            <pc:docMk/>
            <pc:sldMk cId="1086225493" sldId="339"/>
            <ac:spMk id="3" creationId="{270E6032-D6BB-221C-78AB-22D02CB9B9F1}"/>
          </ac:spMkLst>
        </pc:spChg>
        <pc:spChg chg="del">
          <ac:chgData name="Sameer Kumar Sachdev" userId="c8c1c65ef86ad858" providerId="LiveId" clId="{FF4762A8-6834-45E4-8476-710CF3039701}" dt="2026-09-08T13:42:47.389" v="2161" actId="478"/>
          <ac:spMkLst>
            <pc:docMk/>
            <pc:sldMk cId="1086225493" sldId="339"/>
            <ac:spMk id="8" creationId="{E61E227A-5883-4C77-B25A-46A22FFDF41F}"/>
          </ac:spMkLst>
        </pc:spChg>
        <pc:spChg chg="mod">
          <ac:chgData name="Sameer Kumar Sachdev" userId="c8c1c65ef86ad858" providerId="LiveId" clId="{FF4762A8-6834-45E4-8476-710CF3039701}" dt="2026-09-08T13:57:57.289" v="2258" actId="403"/>
          <ac:spMkLst>
            <pc:docMk/>
            <pc:sldMk cId="1086225493" sldId="339"/>
            <ac:spMk id="10" creationId="{B19D8AC7-3787-4ADB-9212-0808F015C2DD}"/>
          </ac:spMkLst>
        </pc:spChg>
        <pc:picChg chg="add mod">
          <ac:chgData name="Sameer Kumar Sachdev" userId="c8c1c65ef86ad858" providerId="LiveId" clId="{FF4762A8-6834-45E4-8476-710CF3039701}" dt="2026-09-08T13:46:07.672" v="2201" actId="1076"/>
          <ac:picMkLst>
            <pc:docMk/>
            <pc:sldMk cId="1086225493" sldId="339"/>
            <ac:picMk id="9" creationId="{6313FF12-0E3D-D726-A096-1CFC0663CDD1}"/>
          </ac:picMkLst>
        </pc:picChg>
      </pc:sldChg>
      <pc:sldChg chg="del">
        <pc:chgData name="Sameer Kumar Sachdev" userId="c8c1c65ef86ad858" providerId="LiveId" clId="{FF4762A8-6834-45E4-8476-710CF3039701}" dt="2026-09-08T13:46:51.055" v="2213" actId="2696"/>
        <pc:sldMkLst>
          <pc:docMk/>
          <pc:sldMk cId="3849627828" sldId="340"/>
        </pc:sldMkLst>
      </pc:sldChg>
      <pc:sldChg chg="addSp delSp modSp mod">
        <pc:chgData name="Sameer Kumar Sachdev" userId="c8c1c65ef86ad858" providerId="LiveId" clId="{FF4762A8-6834-45E4-8476-710CF3039701}" dt="2026-09-09T13:08:53.842" v="2319" actId="1076"/>
        <pc:sldMkLst>
          <pc:docMk/>
          <pc:sldMk cId="776828144" sldId="341"/>
        </pc:sldMkLst>
        <pc:spChg chg="add del mod">
          <ac:chgData name="Sameer Kumar Sachdev" userId="c8c1c65ef86ad858" providerId="LiveId" clId="{FF4762A8-6834-45E4-8476-710CF3039701}" dt="2026-09-09T13:07:29.698" v="2303"/>
          <ac:spMkLst>
            <pc:docMk/>
            <pc:sldMk cId="776828144" sldId="341"/>
            <ac:spMk id="2" creationId="{1775E75A-5387-7097-56E2-B4CBA70BFD5B}"/>
          </ac:spMkLst>
        </pc:spChg>
        <pc:spChg chg="add del mod">
          <ac:chgData name="Sameer Kumar Sachdev" userId="c8c1c65ef86ad858" providerId="LiveId" clId="{FF4762A8-6834-45E4-8476-710CF3039701}" dt="2026-09-09T13:07:31.520" v="2306"/>
          <ac:spMkLst>
            <pc:docMk/>
            <pc:sldMk cId="776828144" sldId="341"/>
            <ac:spMk id="3" creationId="{3CE64FDB-119C-A832-A42E-5403094637BE}"/>
          </ac:spMkLst>
        </pc:spChg>
        <pc:spChg chg="add mod">
          <ac:chgData name="Sameer Kumar Sachdev" userId="c8c1c65ef86ad858" providerId="LiveId" clId="{FF4762A8-6834-45E4-8476-710CF3039701}" dt="2026-09-09T13:08:53.842" v="2319" actId="1076"/>
          <ac:spMkLst>
            <pc:docMk/>
            <pc:sldMk cId="776828144" sldId="341"/>
            <ac:spMk id="6" creationId="{845DD6E5-F6C1-F0AA-F0CD-176215F82865}"/>
          </ac:spMkLst>
        </pc:spChg>
      </pc:sldChg>
      <pc:sldChg chg="addSp delSp modSp mod ord">
        <pc:chgData name="Sameer Kumar Sachdev" userId="c8c1c65ef86ad858" providerId="LiveId" clId="{FF4762A8-6834-45E4-8476-710CF3039701}" dt="2026-09-09T13:10:28.850" v="2326" actId="1076"/>
        <pc:sldMkLst>
          <pc:docMk/>
          <pc:sldMk cId="3863610428" sldId="342"/>
        </pc:sldMkLst>
        <pc:spChg chg="add mod">
          <ac:chgData name="Sameer Kumar Sachdev" userId="c8c1c65ef86ad858" providerId="LiveId" clId="{FF4762A8-6834-45E4-8476-710CF3039701}" dt="2026-09-09T13:10:28.850" v="2326" actId="1076"/>
          <ac:spMkLst>
            <pc:docMk/>
            <pc:sldMk cId="3863610428" sldId="342"/>
            <ac:spMk id="6" creationId="{B26C7D2D-B7B8-F014-74B5-6D4D90BB4FEB}"/>
          </ac:spMkLst>
        </pc:spChg>
        <pc:graphicFrameChg chg="add del modGraphic">
          <ac:chgData name="Sameer Kumar Sachdev" userId="c8c1c65ef86ad858" providerId="LiveId" clId="{FF4762A8-6834-45E4-8476-710CF3039701}" dt="2026-09-09T13:09:33.515" v="2323" actId="27309"/>
          <ac:graphicFrameMkLst>
            <pc:docMk/>
            <pc:sldMk cId="3863610428" sldId="342"/>
            <ac:graphicFrameMk id="3" creationId="{BF46D471-D963-17B1-1780-1FE2ACF35551}"/>
          </ac:graphicFrameMkLst>
        </pc:graphicFrameChg>
      </pc:sldChg>
      <pc:sldChg chg="addSp modSp mod">
        <pc:chgData name="Sameer Kumar Sachdev" userId="c8c1c65ef86ad858" providerId="LiveId" clId="{FF4762A8-6834-45E4-8476-710CF3039701}" dt="2026-09-08T14:01:59.165" v="2291" actId="1076"/>
        <pc:sldMkLst>
          <pc:docMk/>
          <pc:sldMk cId="3962802212" sldId="343"/>
        </pc:sldMkLst>
        <pc:picChg chg="add mod">
          <ac:chgData name="Sameer Kumar Sachdev" userId="c8c1c65ef86ad858" providerId="LiveId" clId="{FF4762A8-6834-45E4-8476-710CF3039701}" dt="2026-09-08T14:01:59.165" v="2291" actId="1076"/>
          <ac:picMkLst>
            <pc:docMk/>
            <pc:sldMk cId="3962802212" sldId="343"/>
            <ac:picMk id="3" creationId="{B230D01B-47B3-8007-CA06-54020A5C5268}"/>
          </ac:picMkLst>
        </pc:picChg>
      </pc:sldChg>
      <pc:sldChg chg="del">
        <pc:chgData name="Sameer Kumar Sachdev" userId="c8c1c65ef86ad858" providerId="LiveId" clId="{FF4762A8-6834-45E4-8476-710CF3039701}" dt="2026-09-08T13:46:57.136" v="2214" actId="2696"/>
        <pc:sldMkLst>
          <pc:docMk/>
          <pc:sldMk cId="1698901770" sldId="344"/>
        </pc:sldMkLst>
      </pc:sldChg>
      <pc:sldChg chg="del">
        <pc:chgData name="Sameer Kumar Sachdev" userId="c8c1c65ef86ad858" providerId="LiveId" clId="{FF4762A8-6834-45E4-8476-710CF3039701}" dt="2026-09-08T13:47:00.396" v="2215" actId="2696"/>
        <pc:sldMkLst>
          <pc:docMk/>
          <pc:sldMk cId="1903979828" sldId="345"/>
        </pc:sldMkLst>
      </pc:sldChg>
      <pc:sldChg chg="del">
        <pc:chgData name="Sameer Kumar Sachdev" userId="c8c1c65ef86ad858" providerId="LiveId" clId="{FF4762A8-6834-45E4-8476-710CF3039701}" dt="2026-09-08T13:47:18.013" v="2218" actId="2696"/>
        <pc:sldMkLst>
          <pc:docMk/>
          <pc:sldMk cId="1421522261" sldId="346"/>
        </pc:sldMkLst>
      </pc:sldChg>
      <pc:sldChg chg="addSp delSp modSp add mod delAnim modAnim">
        <pc:chgData name="Sameer Kumar Sachdev" userId="c8c1c65ef86ad858" providerId="LiveId" clId="{FF4762A8-6834-45E4-8476-710CF3039701}" dt="2026-09-08T13:58:24.289" v="2262" actId="403"/>
        <pc:sldMkLst>
          <pc:docMk/>
          <pc:sldMk cId="2876849443" sldId="347"/>
        </pc:sldMkLst>
        <pc:spChg chg="mod">
          <ac:chgData name="Sameer Kumar Sachdev" userId="c8c1c65ef86ad858" providerId="LiveId" clId="{FF4762A8-6834-45E4-8476-710CF3039701}" dt="2026-09-08T13:58:24.289" v="2262" actId="403"/>
          <ac:spMkLst>
            <pc:docMk/>
            <pc:sldMk cId="2876849443" sldId="347"/>
            <ac:spMk id="2" creationId="{66FB4502-1189-3EFD-76CE-A6610602E663}"/>
          </ac:spMkLst>
        </pc:spChg>
        <pc:spChg chg="del mod">
          <ac:chgData name="Sameer Kumar Sachdev" userId="c8c1c65ef86ad858" providerId="LiveId" clId="{FF4762A8-6834-45E4-8476-710CF3039701}" dt="2026-09-08T13:43:52.814" v="2174" actId="478"/>
          <ac:spMkLst>
            <pc:docMk/>
            <pc:sldMk cId="2876849443" sldId="347"/>
            <ac:spMk id="3" creationId="{3A6EE13D-93B8-59BA-9C7A-92083547282E}"/>
          </ac:spMkLst>
        </pc:spChg>
        <pc:spChg chg="del mod">
          <ac:chgData name="Sameer Kumar Sachdev" userId="c8c1c65ef86ad858" providerId="LiveId" clId="{FF4762A8-6834-45E4-8476-710CF3039701}" dt="2026-09-08T13:46:20.641" v="2205" actId="478"/>
          <ac:spMkLst>
            <pc:docMk/>
            <pc:sldMk cId="2876849443" sldId="347"/>
            <ac:spMk id="10" creationId="{0AD093D3-8A93-3B3E-AAE1-CCEAA1858C45}"/>
          </ac:spMkLst>
        </pc:spChg>
        <pc:spChg chg="add del mod">
          <ac:chgData name="Sameer Kumar Sachdev" userId="c8c1c65ef86ad858" providerId="LiveId" clId="{FF4762A8-6834-45E4-8476-710CF3039701}" dt="2026-09-08T13:46:36.875" v="2209" actId="478"/>
          <ac:spMkLst>
            <pc:docMk/>
            <pc:sldMk cId="2876849443" sldId="347"/>
            <ac:spMk id="14" creationId="{CBED8BC3-1288-B6EE-797F-A9A456E739BD}"/>
          </ac:spMkLst>
        </pc:spChg>
        <pc:picChg chg="add del mod">
          <ac:chgData name="Sameer Kumar Sachdev" userId="c8c1c65ef86ad858" providerId="LiveId" clId="{FF4762A8-6834-45E4-8476-710CF3039701}" dt="2026-09-08T13:45:42.494" v="2192" actId="21"/>
          <ac:picMkLst>
            <pc:docMk/>
            <pc:sldMk cId="2876849443" sldId="347"/>
            <ac:picMk id="8" creationId="{057BAF64-B735-ECF2-1662-940BE9F64765}"/>
          </ac:picMkLst>
        </pc:picChg>
        <pc:picChg chg="del">
          <ac:chgData name="Sameer Kumar Sachdev" userId="c8c1c65ef86ad858" providerId="LiveId" clId="{FF4762A8-6834-45E4-8476-710CF3039701}" dt="2026-09-08T13:46:13.943" v="2203" actId="478"/>
          <ac:picMkLst>
            <pc:docMk/>
            <pc:sldMk cId="2876849443" sldId="347"/>
            <ac:picMk id="9" creationId="{446B4CAD-4C0E-A382-5262-F4ED2643A20F}"/>
          </ac:picMkLst>
        </pc:picChg>
        <pc:picChg chg="add mod">
          <ac:chgData name="Sameer Kumar Sachdev" userId="c8c1c65ef86ad858" providerId="LiveId" clId="{FF4762A8-6834-45E4-8476-710CF3039701}" dt="2026-09-08T13:46:26.734" v="2206" actId="1076"/>
          <ac:picMkLst>
            <pc:docMk/>
            <pc:sldMk cId="2876849443" sldId="347"/>
            <ac:picMk id="12" creationId="{0CADFBC3-F481-EEE9-8F45-440E79EBE41D}"/>
          </ac:picMkLst>
        </pc:picChg>
      </pc:sldChg>
      <pc:sldChg chg="addSp delSp modSp add mod modAnim">
        <pc:chgData name="Sameer Kumar Sachdev" userId="c8c1c65ef86ad858" providerId="LiveId" clId="{FF4762A8-6834-45E4-8476-710CF3039701}" dt="2026-09-08T13:59:05.389" v="2267" actId="404"/>
        <pc:sldMkLst>
          <pc:docMk/>
          <pc:sldMk cId="3788628293" sldId="348"/>
        </pc:sldMkLst>
        <pc:spChg chg="mod">
          <ac:chgData name="Sameer Kumar Sachdev" userId="c8c1c65ef86ad858" providerId="LiveId" clId="{FF4762A8-6834-45E4-8476-710CF3039701}" dt="2026-09-08T13:59:05.389" v="2267" actId="404"/>
          <ac:spMkLst>
            <pc:docMk/>
            <pc:sldMk cId="3788628293" sldId="348"/>
            <ac:spMk id="2" creationId="{E36DF24A-5C61-E846-55DF-B701A7692502}"/>
          </ac:spMkLst>
        </pc:spChg>
        <pc:spChg chg="mod">
          <ac:chgData name="Sameer Kumar Sachdev" userId="c8c1c65ef86ad858" providerId="LiveId" clId="{FF4762A8-6834-45E4-8476-710CF3039701}" dt="2026-09-08T13:49:36.202" v="2235" actId="1076"/>
          <ac:spMkLst>
            <pc:docMk/>
            <pc:sldMk cId="3788628293" sldId="348"/>
            <ac:spMk id="4" creationId="{CDF9B62A-97DC-D558-4598-21F955938CD2}"/>
          </ac:spMkLst>
        </pc:spChg>
        <pc:picChg chg="add mod">
          <ac:chgData name="Sameer Kumar Sachdev" userId="c8c1c65ef86ad858" providerId="LiveId" clId="{FF4762A8-6834-45E4-8476-710CF3039701}" dt="2026-09-08T13:49:38.579" v="2236" actId="1076"/>
          <ac:picMkLst>
            <pc:docMk/>
            <pc:sldMk cId="3788628293" sldId="348"/>
            <ac:picMk id="6" creationId="{32BF4CB1-E2EE-EB0F-D3AC-DF381BD11E7A}"/>
          </ac:picMkLst>
        </pc:picChg>
        <pc:picChg chg="del">
          <ac:chgData name="Sameer Kumar Sachdev" userId="c8c1c65ef86ad858" providerId="LiveId" clId="{FF4762A8-6834-45E4-8476-710CF3039701}" dt="2026-09-08T13:47:24.372" v="2219" actId="478"/>
          <ac:picMkLst>
            <pc:docMk/>
            <pc:sldMk cId="3788628293" sldId="348"/>
            <ac:picMk id="12" creationId="{98FEDDC8-F2D0-4101-42C9-3873D6DBCBEA}"/>
          </ac:picMkLst>
        </pc:picChg>
      </pc:sldChg>
      <pc:sldChg chg="addSp delSp modSp add mod modAnim">
        <pc:chgData name="Sameer Kumar Sachdev" userId="c8c1c65ef86ad858" providerId="LiveId" clId="{FF4762A8-6834-45E4-8476-710CF3039701}" dt="2026-09-08T14:00:36.994" v="2287" actId="1076"/>
        <pc:sldMkLst>
          <pc:docMk/>
          <pc:sldMk cId="872660242" sldId="349"/>
        </pc:sldMkLst>
        <pc:spChg chg="mod">
          <ac:chgData name="Sameer Kumar Sachdev" userId="c8c1c65ef86ad858" providerId="LiveId" clId="{FF4762A8-6834-45E4-8476-710CF3039701}" dt="2026-09-08T14:00:36.994" v="2287" actId="1076"/>
          <ac:spMkLst>
            <pc:docMk/>
            <pc:sldMk cId="872660242" sldId="349"/>
            <ac:spMk id="2" creationId="{8923B909-A584-2301-CCB2-34A12EB9C832}"/>
          </ac:spMkLst>
        </pc:spChg>
        <pc:picChg chg="add mod">
          <ac:chgData name="Sameer Kumar Sachdev" userId="c8c1c65ef86ad858" providerId="LiveId" clId="{FF4762A8-6834-45E4-8476-710CF3039701}" dt="2026-09-08T14:00:29.081" v="2285" actId="1076"/>
          <ac:picMkLst>
            <pc:docMk/>
            <pc:sldMk cId="872660242" sldId="349"/>
            <ac:picMk id="6" creationId="{7FE1087F-A3BE-3485-ED3B-80A2997F041D}"/>
          </ac:picMkLst>
        </pc:picChg>
        <pc:picChg chg="del">
          <ac:chgData name="Sameer Kumar Sachdev" userId="c8c1c65ef86ad858" providerId="LiveId" clId="{FF4762A8-6834-45E4-8476-710CF3039701}" dt="2026-09-08T13:49:46.006" v="2238" actId="478"/>
          <ac:picMkLst>
            <pc:docMk/>
            <pc:sldMk cId="872660242" sldId="349"/>
            <ac:picMk id="12" creationId="{16FE3973-3FFB-1789-C92C-6A64785F7201}"/>
          </ac:picMkLst>
        </pc:picChg>
      </pc:sldChg>
      <pc:sldChg chg="addSp delSp modSp add mod modAnim">
        <pc:chgData name="Sameer Kumar Sachdev" userId="c8c1c65ef86ad858" providerId="LiveId" clId="{FF4762A8-6834-45E4-8476-710CF3039701}" dt="2026-09-08T14:00:23.141" v="2283" actId="1076"/>
        <pc:sldMkLst>
          <pc:docMk/>
          <pc:sldMk cId="2479783616" sldId="350"/>
        </pc:sldMkLst>
        <pc:spChg chg="mod">
          <ac:chgData name="Sameer Kumar Sachdev" userId="c8c1c65ef86ad858" providerId="LiveId" clId="{FF4762A8-6834-45E4-8476-710CF3039701}" dt="2026-09-08T14:00:23.141" v="2283" actId="1076"/>
          <ac:spMkLst>
            <pc:docMk/>
            <pc:sldMk cId="2479783616" sldId="350"/>
            <ac:spMk id="2" creationId="{8FE82021-B3BD-7E25-6CA6-8FBBD346AD75}"/>
          </ac:spMkLst>
        </pc:spChg>
        <pc:picChg chg="add mod modCrop">
          <ac:chgData name="Sameer Kumar Sachdev" userId="c8c1c65ef86ad858" providerId="LiveId" clId="{FF4762A8-6834-45E4-8476-710CF3039701}" dt="2026-09-08T14:00:18.938" v="2282" actId="1076"/>
          <ac:picMkLst>
            <pc:docMk/>
            <pc:sldMk cId="2479783616" sldId="350"/>
            <ac:picMk id="6" creationId="{968ED699-7CCE-90C5-AF77-58715225EC92}"/>
          </ac:picMkLst>
        </pc:picChg>
        <pc:picChg chg="del">
          <ac:chgData name="Sameer Kumar Sachdev" userId="c8c1c65ef86ad858" providerId="LiveId" clId="{FF4762A8-6834-45E4-8476-710CF3039701}" dt="2026-09-08T13:52:55.029" v="2253" actId="478"/>
          <ac:picMkLst>
            <pc:docMk/>
            <pc:sldMk cId="2479783616" sldId="350"/>
            <ac:picMk id="12" creationId="{E490A8DD-9853-42A2-AE9A-107772908C5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58983" y="4050661"/>
            <a:ext cx="6623957" cy="861497"/>
          </a:xfrm>
        </p:spPr>
        <p:txBody>
          <a:bodyPr vert="horz" lIns="91440" tIns="45720" rIns="91440" bIns="45720" rtlCol="0" anchor="t">
            <a:normAutofit/>
          </a:bodyPr>
          <a:lstStyle/>
          <a:p>
            <a:pPr algn="just"/>
            <a:r>
              <a:rPr lang="en-US" b="0" dirty="0">
                <a:solidFill>
                  <a:schemeClr val="tx1"/>
                </a:solidFill>
              </a:rPr>
              <a:t>[Student Name- Sameer Kumar Sachdev </a:t>
            </a:r>
            <a:endParaRPr lang="en-IN" b="0" dirty="0">
              <a:solidFill>
                <a:schemeClr val="tx1"/>
              </a:solidFill>
            </a:endParaRPr>
          </a:p>
          <a:p>
            <a:pPr algn="just"/>
            <a:r>
              <a:rPr lang="en-US" b="0" dirty="0">
                <a:solidFill>
                  <a:schemeClr val="tx1"/>
                </a:solidFill>
              </a:rPr>
              <a:t>College Name- New Delhi Institute Of Management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058983" y="3057276"/>
            <a:ext cx="5918378" cy="743448"/>
          </a:xfrm>
        </p:spPr>
        <p:txBody>
          <a:bodyPr>
            <a:normAutofit fontScale="90000"/>
          </a:bodyPr>
          <a:lstStyle/>
          <a:p>
            <a:r>
              <a:rPr lang="en-GB" sz="3200" dirty="0"/>
              <a:t>Project Title – Seasonal Agricultural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058983" y="4984155"/>
            <a:ext cx="5270005" cy="369332"/>
          </a:xfrm>
          <a:prstGeom prst="rect">
            <a:avLst/>
          </a:prstGeom>
          <a:noFill/>
        </p:spPr>
        <p:txBody>
          <a:bodyPr wrap="square" rtlCol="0">
            <a:spAutoFit/>
          </a:bodyPr>
          <a:lstStyle/>
          <a:p>
            <a:r>
              <a:rPr lang="en-US" b="1" dirty="0"/>
              <a:t>AICTE STU ID : (</a:t>
            </a:r>
            <a:r>
              <a:rPr lang="en-IN" dirty="0"/>
              <a:t>STU68732630818f51752376880)</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46491" y="469933"/>
            <a:ext cx="7254241" cy="3187667"/>
          </a:xfrm>
        </p:spPr>
        <p:txBody>
          <a:bodyPr>
            <a:noAutofit/>
          </a:bodyPr>
          <a:lstStyle/>
          <a:p>
            <a:r>
              <a:rPr lang="en-GB" sz="3200" dirty="0"/>
              <a:t>Project Description:</a:t>
            </a:r>
            <a:br>
              <a:rPr lang="en-GB" sz="3200" dirty="0"/>
            </a:br>
            <a:br>
              <a:rPr lang="en-GB" sz="3200" dirty="0"/>
            </a:br>
            <a:r>
              <a:rPr lang="en-IN" sz="3200" dirty="0"/>
              <a:t>To investigate how agricultural performance varies across seasons and identify meaningful patterns, trends, relationships, and differences within the data — ultimately translating statistical findings into practical recommendations for farmers and policymakers.</a:t>
            </a:r>
            <a:br>
              <a:rPr lang="en-GB" sz="3200" dirty="0"/>
            </a:br>
            <a:endParaRPr lang="en-IN" sz="3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552181" cy="4417060"/>
          </a:xfrm>
        </p:spPr>
        <p:txBody>
          <a:bodyPr>
            <a:normAutofit fontScale="70000" lnSpcReduction="20000"/>
          </a:bodyPr>
          <a:lstStyle/>
          <a:p>
            <a:pPr algn="just">
              <a:lnSpc>
                <a:spcPct val="150000"/>
              </a:lnSpc>
            </a:pPr>
            <a:r>
              <a:rPr lang="en-IN" sz="2300" dirty="0"/>
              <a:t>The potential end users may involve:-</a:t>
            </a:r>
          </a:p>
          <a:p>
            <a:pPr algn="just">
              <a:lnSpc>
                <a:spcPct val="150000"/>
              </a:lnSpc>
            </a:pPr>
            <a:r>
              <a:rPr lang="en-IN" sz="2300" dirty="0"/>
              <a:t>Students and Data Analytics Learners – They can use this project as an example to learn more about data cleaning , analysis , visualisation and preparing useful insights </a:t>
            </a:r>
          </a:p>
          <a:p>
            <a:pPr algn="just">
              <a:lnSpc>
                <a:spcPct val="150000"/>
              </a:lnSpc>
            </a:pPr>
            <a:r>
              <a:rPr lang="en-IN" sz="2300" dirty="0"/>
              <a:t>Researchers and Analysts- Researchers and Data Analysts can also use this data to identify any trends , patterns and other useful relationships which may help them to generate potential insights and On the basis of that Businesses, Stakeholders and other members can take important decisions.</a:t>
            </a:r>
          </a:p>
          <a:p>
            <a:pPr algn="just">
              <a:lnSpc>
                <a:spcPct val="150000"/>
              </a:lnSpc>
            </a:pPr>
            <a:r>
              <a:rPr lang="en-IN" sz="2300" dirty="0"/>
              <a:t>Farmers- This analysis may also helps farmers to understand how agricultural performance changes across different seasons. What might be the potential impacts what measures need to be taken to tackle any unexpected events or uncertainties.</a:t>
            </a:r>
          </a:p>
          <a:p>
            <a:pPr algn="just"/>
            <a:endParaRPr lang="en-IN" sz="2300" dirty="0"/>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89778" y="1315059"/>
            <a:ext cx="9027702" cy="5243448"/>
          </a:xfrm>
        </p:spPr>
        <p:txBody>
          <a:bodyPr/>
          <a:lstStyle/>
          <a:p>
            <a:pPr lvl="1">
              <a:lnSpc>
                <a:spcPct val="150000"/>
              </a:lnSpc>
            </a:pPr>
            <a:r>
              <a:rPr lang="en-IN" dirty="0"/>
              <a:t>In this project I have used the following technologies :-</a:t>
            </a:r>
          </a:p>
          <a:p>
            <a:pPr lvl="1">
              <a:lnSpc>
                <a:spcPct val="150000"/>
              </a:lnSpc>
            </a:pPr>
            <a:r>
              <a:rPr lang="en-IN" sz="1800" dirty="0"/>
              <a:t>Google </a:t>
            </a:r>
            <a:r>
              <a:rPr lang="en-IN" sz="1800" dirty="0" err="1"/>
              <a:t>Colab</a:t>
            </a:r>
            <a:r>
              <a:rPr lang="en-IN" sz="1800" dirty="0"/>
              <a:t>- I have used this tool for the complete data analysis.</a:t>
            </a:r>
          </a:p>
          <a:p>
            <a:pPr lvl="1">
              <a:lnSpc>
                <a:spcPct val="150000"/>
              </a:lnSpc>
            </a:pPr>
            <a:r>
              <a:rPr lang="en-IN" sz="1800" dirty="0"/>
              <a:t>Python- In this project it is used as the primary programming language for data cleaning, analysis and processing.</a:t>
            </a:r>
          </a:p>
          <a:p>
            <a:pPr lvl="1">
              <a:lnSpc>
                <a:spcPct val="150000"/>
              </a:lnSpc>
            </a:pPr>
            <a:r>
              <a:rPr lang="en-IN" sz="1800" dirty="0"/>
              <a:t>Pandas- It is used for data manipulation, cleaning and analysis.</a:t>
            </a:r>
          </a:p>
          <a:p>
            <a:pPr lvl="1">
              <a:lnSpc>
                <a:spcPct val="150000"/>
              </a:lnSpc>
            </a:pPr>
            <a:r>
              <a:rPr lang="en-IN" sz="1800" dirty="0" err="1"/>
              <a:t>Numpy</a:t>
            </a:r>
            <a:r>
              <a:rPr lang="en-IN" sz="1800" dirty="0"/>
              <a:t>- It is used for numerical calculations and operations.</a:t>
            </a:r>
          </a:p>
          <a:p>
            <a:pPr lvl="1">
              <a:lnSpc>
                <a:spcPct val="150000"/>
              </a:lnSpc>
            </a:pPr>
            <a:r>
              <a:rPr lang="en-IN" sz="1800" dirty="0"/>
              <a:t>Matplotlib- It is used for creating meaningful charts and visuals.</a:t>
            </a:r>
          </a:p>
          <a:p>
            <a:pPr lvl="1">
              <a:lnSpc>
                <a:spcPct val="150000"/>
              </a:lnSpc>
            </a:pPr>
            <a:r>
              <a:rPr lang="en-IN" sz="1800" dirty="0"/>
              <a:t>Seaborn – It is used for advanced statistical and exploratory data visualisations.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1475422" y="4242457"/>
            <a:ext cx="7254558" cy="1768563"/>
          </a:xfrm>
        </p:spPr>
        <p:txBody>
          <a:bodyPr vert="horz" lIns="91440" tIns="45720" rIns="91440" bIns="45720" rtlCol="0" anchor="t">
            <a:noAutofit/>
          </a:bodyPr>
          <a:lstStyle/>
          <a:p>
            <a:pPr marL="0" indent="0">
              <a:buNone/>
            </a:pPr>
            <a:r>
              <a:rPr lang="en-IN" sz="1800" b="1" dirty="0"/>
              <a:t>Distribution &amp; Outliers Overview</a:t>
            </a:r>
            <a:br>
              <a:rPr lang="en-IN" sz="1800" dirty="0"/>
            </a:br>
            <a:r>
              <a:rPr lang="en-IN" sz="1800" dirty="0"/>
              <a:t>Farm area and rainfall show fairly normal, well-behaved spreads, but yield and profit are heavily right-skewed with a large number of extreme outliers. This suggests a small subset of farms (likely high-yield crops like sugarcane) are pulling the averages up significantly.</a:t>
            </a:r>
          </a:p>
        </p:txBody>
      </p:sp>
      <p:pic>
        <p:nvPicPr>
          <p:cNvPr id="9" name="Picture 8">
            <a:extLst>
              <a:ext uri="{FF2B5EF4-FFF2-40B4-BE49-F238E27FC236}">
                <a16:creationId xmlns:a16="http://schemas.microsoft.com/office/drawing/2014/main" id="{6313FF12-0E3D-D726-A096-1CFC0663CDD1}"/>
              </a:ext>
            </a:extLst>
          </p:cNvPr>
          <p:cNvPicPr>
            <a:picLocks noChangeAspect="1"/>
          </p:cNvPicPr>
          <p:nvPr/>
        </p:nvPicPr>
        <p:blipFill>
          <a:blip r:embed="rId3"/>
          <a:stretch>
            <a:fillRect/>
          </a:stretch>
        </p:blipFill>
        <p:spPr>
          <a:xfrm>
            <a:off x="1286112" y="1201586"/>
            <a:ext cx="8004423" cy="26124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8500-B499-3F80-EE0D-40BECA1629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56E7B5-3328-15EF-235F-ACFFB8263D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BFF4822-F6F6-E8EF-6469-1E55C302F0F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0A1FEC8-2F2C-F2A0-7545-625BC4D3A3C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66FB4502-1189-3EFD-76CE-A6610602E663}"/>
              </a:ext>
            </a:extLst>
          </p:cNvPr>
          <p:cNvSpPr txBox="1">
            <a:spLocks/>
          </p:cNvSpPr>
          <p:nvPr/>
        </p:nvSpPr>
        <p:spPr>
          <a:xfrm>
            <a:off x="2166778" y="4282645"/>
            <a:ext cx="6709278" cy="1709216"/>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b="1" dirty="0"/>
              <a:t>Yield, Season &amp; Irrigation Distribution</a:t>
            </a:r>
            <a:br>
              <a:rPr lang="en-IN" dirty="0"/>
            </a:br>
            <a:r>
              <a:rPr lang="en-IN" dirty="0"/>
              <a:t>Most farms cluster at very low yield values, with only a handful reaching extreme highs, confirming the skew seen in Image 1. Kharif is the dominant season by farm count, and flood irrigation remains the most widely adopted method despite being the least water-efficient.</a:t>
            </a:r>
          </a:p>
        </p:txBody>
      </p:sp>
      <p:pic>
        <p:nvPicPr>
          <p:cNvPr id="12" name="Picture 11">
            <a:extLst>
              <a:ext uri="{FF2B5EF4-FFF2-40B4-BE49-F238E27FC236}">
                <a16:creationId xmlns:a16="http://schemas.microsoft.com/office/drawing/2014/main" id="{0CADFBC3-F481-EEE9-8F45-440E79EBE41D}"/>
              </a:ext>
            </a:extLst>
          </p:cNvPr>
          <p:cNvPicPr>
            <a:picLocks noChangeAspect="1"/>
          </p:cNvPicPr>
          <p:nvPr/>
        </p:nvPicPr>
        <p:blipFill>
          <a:blip r:embed="rId3"/>
          <a:stretch>
            <a:fillRect/>
          </a:stretch>
        </p:blipFill>
        <p:spPr>
          <a:xfrm>
            <a:off x="1408758" y="1178243"/>
            <a:ext cx="7452360" cy="2423681"/>
          </a:xfrm>
          <a:prstGeom prst="rect">
            <a:avLst/>
          </a:prstGeom>
        </p:spPr>
      </p:pic>
    </p:spTree>
    <p:extLst>
      <p:ext uri="{BB962C8B-B14F-4D97-AF65-F5344CB8AC3E}">
        <p14:creationId xmlns:p14="http://schemas.microsoft.com/office/powerpoint/2010/main" val="287684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AF93-073F-AFC4-BC82-E9F9559F2C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C80FCA-2BA2-CB81-C0B9-5031814CA7F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DF9B62A-97DC-D558-4598-21F955938CD2}"/>
              </a:ext>
            </a:extLst>
          </p:cNvPr>
          <p:cNvSpPr>
            <a:spLocks noGrp="1"/>
          </p:cNvSpPr>
          <p:nvPr>
            <p:ph type="title"/>
          </p:nvPr>
        </p:nvSpPr>
        <p:spPr>
          <a:xfrm>
            <a:off x="501940" y="1927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FE4E9C5-4348-4BC1-A21C-534D0CC4742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E36DF24A-5C61-E846-55DF-B701A7692502}"/>
              </a:ext>
            </a:extLst>
          </p:cNvPr>
          <p:cNvSpPr txBox="1">
            <a:spLocks/>
          </p:cNvSpPr>
          <p:nvPr/>
        </p:nvSpPr>
        <p:spPr>
          <a:xfrm>
            <a:off x="675957" y="4326979"/>
            <a:ext cx="8768081" cy="1433741"/>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b="1" dirty="0"/>
              <a:t>Rainfall vs Profit by Season</a:t>
            </a:r>
            <a:br>
              <a:rPr lang="en-IN" dirty="0"/>
            </a:br>
            <a:r>
              <a:rPr lang="en-IN" dirty="0"/>
              <a:t>Profit shows no strong linear relationship with rainfall, though Kharif farms (blue) dominate the higher rainfall range and achieve some of the highest profits. Rabi and Zaid farms are concentrated in lower rainfall zones with more modest, tightly-packed profit values.</a:t>
            </a:r>
          </a:p>
        </p:txBody>
      </p:sp>
      <p:pic>
        <p:nvPicPr>
          <p:cNvPr id="6" name="Picture 5">
            <a:extLst>
              <a:ext uri="{FF2B5EF4-FFF2-40B4-BE49-F238E27FC236}">
                <a16:creationId xmlns:a16="http://schemas.microsoft.com/office/drawing/2014/main" id="{32BF4CB1-E2EE-EB0F-D3AC-DF381BD11E7A}"/>
              </a:ext>
            </a:extLst>
          </p:cNvPr>
          <p:cNvPicPr>
            <a:picLocks noChangeAspect="1"/>
          </p:cNvPicPr>
          <p:nvPr/>
        </p:nvPicPr>
        <p:blipFill>
          <a:blip r:embed="rId3"/>
          <a:stretch>
            <a:fillRect/>
          </a:stretch>
        </p:blipFill>
        <p:spPr>
          <a:xfrm>
            <a:off x="2431250" y="919771"/>
            <a:ext cx="6176339" cy="3407208"/>
          </a:xfrm>
          <a:prstGeom prst="rect">
            <a:avLst/>
          </a:prstGeom>
        </p:spPr>
      </p:pic>
    </p:spTree>
    <p:extLst>
      <p:ext uri="{BB962C8B-B14F-4D97-AF65-F5344CB8AC3E}">
        <p14:creationId xmlns:p14="http://schemas.microsoft.com/office/powerpoint/2010/main" val="378862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4C43-E0F1-8806-4E17-CCE5B8236B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1B25DB-3F94-983A-CE2A-A84B9050607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DB30F55-71C5-AEE9-BDBE-28306958BC9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FFCA5C7-AEA4-9954-E5F7-7C93F28E27F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8923B909-A584-2301-CCB2-34A12EB9C832}"/>
              </a:ext>
            </a:extLst>
          </p:cNvPr>
          <p:cNvSpPr txBox="1">
            <a:spLocks/>
          </p:cNvSpPr>
          <p:nvPr/>
        </p:nvSpPr>
        <p:spPr>
          <a:xfrm>
            <a:off x="950277" y="4226765"/>
            <a:ext cx="8268838" cy="234167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b="1" dirty="0"/>
              <a:t>Mean Yield &amp; Profit Across Seasons</a:t>
            </a:r>
            <a:br>
              <a:rPr lang="en-IN" dirty="0"/>
            </a:br>
            <a:r>
              <a:rPr lang="en-IN" dirty="0"/>
              <a:t>Kharif leads in both average yield and profit, followed by Rabi, while Zaid lags on yield and actually shows a negative average profit. This indicates Zaid-season farming may currently be unprofitable on average and warrants further investigation.</a:t>
            </a:r>
          </a:p>
        </p:txBody>
      </p:sp>
      <p:pic>
        <p:nvPicPr>
          <p:cNvPr id="6" name="Picture 5">
            <a:extLst>
              <a:ext uri="{FF2B5EF4-FFF2-40B4-BE49-F238E27FC236}">
                <a16:creationId xmlns:a16="http://schemas.microsoft.com/office/drawing/2014/main" id="{7FE1087F-A3BE-3485-ED3B-80A2997F041D}"/>
              </a:ext>
            </a:extLst>
          </p:cNvPr>
          <p:cNvPicPr>
            <a:picLocks noChangeAspect="1"/>
          </p:cNvPicPr>
          <p:nvPr/>
        </p:nvPicPr>
        <p:blipFill>
          <a:blip r:embed="rId3"/>
          <a:stretch>
            <a:fillRect/>
          </a:stretch>
        </p:blipFill>
        <p:spPr>
          <a:xfrm>
            <a:off x="675957" y="1166026"/>
            <a:ext cx="9510993" cy="2876944"/>
          </a:xfrm>
          <a:prstGeom prst="rect">
            <a:avLst/>
          </a:prstGeom>
        </p:spPr>
      </p:pic>
    </p:spTree>
    <p:extLst>
      <p:ext uri="{BB962C8B-B14F-4D97-AF65-F5344CB8AC3E}">
        <p14:creationId xmlns:p14="http://schemas.microsoft.com/office/powerpoint/2010/main" val="87266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A36BD-B7AD-41E5-A1D2-E8EB95AF1B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407770-9892-F435-923D-80FE34BE91E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5A134DB-C3F1-3A2E-033C-79B00D8C188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F084BA2-F8AD-89E7-82DF-82FEAB0D4F0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8FE82021-B3BD-7E25-6CA6-8FBBD346AD75}"/>
              </a:ext>
            </a:extLst>
          </p:cNvPr>
          <p:cNvSpPr txBox="1">
            <a:spLocks/>
          </p:cNvSpPr>
          <p:nvPr/>
        </p:nvSpPr>
        <p:spPr>
          <a:xfrm>
            <a:off x="1393322" y="4160725"/>
            <a:ext cx="6709278" cy="1709216"/>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b="1" dirty="0"/>
              <a:t>Crop Yield &amp; Irrigation Efficiency</a:t>
            </a:r>
            <a:br>
              <a:rPr lang="en-IN" dirty="0"/>
            </a:br>
            <a:r>
              <a:rPr lang="en-IN" dirty="0"/>
              <a:t>Sugarcane massively outperforms all other crops in yield, explaining much of the skew and outliers noted earlier. On the irrigation side, rainfed methods show the highest water efficiency, while flood irrigation is the least efficient despite being most commonly used — a clear opportunity for improvement.</a:t>
            </a:r>
          </a:p>
        </p:txBody>
      </p:sp>
      <p:pic>
        <p:nvPicPr>
          <p:cNvPr id="6" name="Picture 5">
            <a:extLst>
              <a:ext uri="{FF2B5EF4-FFF2-40B4-BE49-F238E27FC236}">
                <a16:creationId xmlns:a16="http://schemas.microsoft.com/office/drawing/2014/main" id="{968ED699-7CCE-90C5-AF77-58715225EC92}"/>
              </a:ext>
            </a:extLst>
          </p:cNvPr>
          <p:cNvPicPr>
            <a:picLocks noChangeAspect="1"/>
          </p:cNvPicPr>
          <p:nvPr/>
        </p:nvPicPr>
        <p:blipFill>
          <a:blip r:embed="rId3"/>
          <a:srcRect l="764" t="2628"/>
          <a:stretch>
            <a:fillRect/>
          </a:stretch>
        </p:blipFill>
        <p:spPr>
          <a:xfrm>
            <a:off x="1107440" y="1275371"/>
            <a:ext cx="7914640" cy="2733952"/>
          </a:xfrm>
          <a:prstGeom prst="rect">
            <a:avLst/>
          </a:prstGeom>
        </p:spPr>
      </p:pic>
    </p:spTree>
    <p:extLst>
      <p:ext uri="{BB962C8B-B14F-4D97-AF65-F5344CB8AC3E}">
        <p14:creationId xmlns:p14="http://schemas.microsoft.com/office/powerpoint/2010/main" val="247978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845DD6E5-F6C1-F0AA-F0CD-176215F82865}"/>
              </a:ext>
            </a:extLst>
          </p:cNvPr>
          <p:cNvSpPr txBox="1"/>
          <p:nvPr/>
        </p:nvSpPr>
        <p:spPr>
          <a:xfrm>
            <a:off x="430038" y="1378008"/>
            <a:ext cx="7259217" cy="3693319"/>
          </a:xfrm>
          <a:prstGeom prst="rect">
            <a:avLst/>
          </a:prstGeom>
          <a:noFill/>
        </p:spPr>
        <p:txBody>
          <a:bodyPr wrap="square" rtlCol="0">
            <a:spAutoFit/>
          </a:bodyPr>
          <a:lstStyle/>
          <a:p>
            <a:pPr marL="285750" lvl="0" indent="-285750">
              <a:buFont typeface="Arial" panose="020B0604020202020204" pitchFamily="34" charset="0"/>
              <a:buChar char="•"/>
            </a:pPr>
            <a:r>
              <a:rPr lang="en-IN" dirty="0"/>
              <a:t>The project can be expanded by using real-time and larger agricultural datasets from different regions. </a:t>
            </a:r>
          </a:p>
          <a:p>
            <a:pPr marL="285750" lvl="0" indent="-285750">
              <a:buFont typeface="Arial" panose="020B0604020202020204" pitchFamily="34" charset="0"/>
              <a:buChar char="•"/>
            </a:pPr>
            <a:r>
              <a:rPr lang="en-IN" dirty="0"/>
              <a:t>Additional factors such as market prices, weather forecasts, and government policies can be included for deeper analysis. </a:t>
            </a:r>
          </a:p>
          <a:p>
            <a:pPr marL="285750" lvl="0" indent="-285750">
              <a:buFont typeface="Arial" panose="020B0604020202020204" pitchFamily="34" charset="0"/>
              <a:buChar char="•"/>
            </a:pPr>
            <a:r>
              <a:rPr lang="en-IN" dirty="0"/>
              <a:t>Machine Learning models can be used in the future to predict crop yield and agricultural performance. </a:t>
            </a:r>
          </a:p>
          <a:p>
            <a:pPr marL="285750" lvl="0" indent="-285750">
              <a:buFont typeface="Arial" panose="020B0604020202020204" pitchFamily="34" charset="0"/>
              <a:buChar char="•"/>
            </a:pPr>
            <a:r>
              <a:rPr lang="en-IN" dirty="0"/>
              <a:t>The analysis can be developed into an interactive dashboard using Power BI or Tableau for easier decision-making. </a:t>
            </a:r>
          </a:p>
          <a:p>
            <a:pPr marL="285750" lvl="0" indent="-285750">
              <a:buFont typeface="Arial" panose="020B0604020202020204" pitchFamily="34" charset="0"/>
              <a:buChar char="•"/>
            </a:pPr>
            <a:r>
              <a:rPr lang="en-IN" dirty="0"/>
              <a:t>Future studies can compare agricultural performance across different crops, regions, and years. </a:t>
            </a:r>
          </a:p>
          <a:p>
            <a:pPr marL="285750" lvl="0" indent="-285750">
              <a:buFont typeface="Arial" panose="020B0604020202020204" pitchFamily="34" charset="0"/>
              <a:buChar char="•"/>
            </a:pPr>
            <a:r>
              <a:rPr lang="en-IN" dirty="0"/>
              <a:t>The findings can be used to support better seasonal planning, resource management, and farming decisions.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B26C7D2D-B7B8-F014-74B5-6D4D90BB4FEB}"/>
              </a:ext>
            </a:extLst>
          </p:cNvPr>
          <p:cNvSpPr txBox="1"/>
          <p:nvPr/>
        </p:nvSpPr>
        <p:spPr>
          <a:xfrm>
            <a:off x="830425" y="2276670"/>
            <a:ext cx="8541505" cy="369332"/>
          </a:xfrm>
          <a:prstGeom prst="rect">
            <a:avLst/>
          </a:prstGeom>
          <a:noFill/>
        </p:spPr>
        <p:txBody>
          <a:bodyPr wrap="none" rtlCol="0">
            <a:spAutoFit/>
          </a:bodyPr>
          <a:lstStyle/>
          <a:p>
            <a:r>
              <a:rPr lang="en-IN" dirty="0"/>
              <a:t>https://github.com/sameer-sachdev/Seasonal-Agriculture-Performance-Analysis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230D01B-47B3-8007-CA06-54020A5C5268}"/>
              </a:ext>
            </a:extLst>
          </p:cNvPr>
          <p:cNvPicPr>
            <a:picLocks noChangeAspect="1"/>
          </p:cNvPicPr>
          <p:nvPr/>
        </p:nvPicPr>
        <p:blipFill>
          <a:blip r:embed="rId3"/>
          <a:stretch>
            <a:fillRect/>
          </a:stretch>
        </p:blipFill>
        <p:spPr>
          <a:xfrm>
            <a:off x="2222314" y="1431011"/>
            <a:ext cx="6805031" cy="482781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793</TotalTime>
  <Words>780</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Agricultural Performance Analysis</vt:lpstr>
      <vt:lpstr>PROBLEM  STATEMENT</vt:lpstr>
      <vt:lpstr>Project Description:  To investigate how agricultural performance varies across seasons and identify meaningful patterns, trends, relationships, and differences within the data — ultimately translating statistical findings into practical recommendations for farmers and policymakers.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Sameer Kumar Sachdev</cp:lastModifiedBy>
  <cp:revision>97</cp:revision>
  <dcterms:created xsi:type="dcterms:W3CDTF">2021-07-11T13:13:15Z</dcterms:created>
  <dcterms:modified xsi:type="dcterms:W3CDTF">2026-09-09T13:11:14Z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